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69" y="-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F5038-198E-25EF-D04A-01F9DD064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F5F9D-99CF-C185-5687-DAA545A57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F77EB-9BA8-7042-7627-E2280016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44D2F-F350-D29D-5391-592A794B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61D3F-6293-D7E9-67DB-55FA638E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2675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09B0-CC7A-D54D-4817-27D99A58D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74243-7D94-FF47-617C-5BDDFABC2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243DC-C3A0-F934-6C0F-2286723F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9969E-C5AF-81CE-8C2B-27D7FC7C2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D7A92-D5B5-53E1-DDA1-D36464D6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0116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9E1D9-7F66-961D-4075-4A1D7B79B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0C68F-D93B-AFE2-079F-516184C5D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D1AA6-E098-0232-762B-CF7C02AF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CAF39-954A-40FB-B3CD-B07006A9B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0CC60-79E5-4D23-4145-C30E8D0F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59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3547-6202-E8F4-DC80-78134D36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A0B3F-B265-82A1-DC39-E01E071D6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79C72-D811-1F99-F78E-D092F4451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608CB-E1F0-450B-ABC2-A45FC0389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8AE2A-0E27-1C1A-AC4A-71CE1AA8C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2CC63-453F-0FBB-C7F2-1397F83C2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795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D9626-53A7-0512-FDF7-85E5EFD0C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E4DBA-F8CC-C80C-3A61-B9B6CCC97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765A2-7AC1-18E5-659F-FD9F9B4B4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1C60C-B5CF-3EBD-4577-4EE0BE1540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DF1CC1-CC46-C045-4992-3DBD11D81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0B8520-A7B2-2B6E-7342-A0F7888C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ACDF02-0E31-3DB9-2A1D-0A02743DC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B5327-369D-4F06-0F83-384861CF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113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06CFB-49A5-69CC-61F9-3A6DC8F0E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6ECB51-821B-6F81-44AE-E4D38642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FF39B9-D826-A594-379B-714AACBA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67082-99FE-C0AB-713B-149F1C66C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8819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23E900-6A1D-D8E6-601A-75B7904F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4D872-58FB-C43F-3DBE-5E028360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0A991-3F4E-9EAD-C30E-626900FB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4139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910A5-4E5C-6AD0-ED95-C7843733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A77B0-ACD1-D378-BDE7-295B10F7A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40BF9-5FED-C0AE-9EF0-0795356E4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118B0-E46C-83F1-A18B-7FA5D988B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F6F52-AC39-63B8-39CA-FE9092A6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55B7E-D179-6DC5-9A94-DD23A59AD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973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CC32-3A61-4C9F-33B7-1103672BF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000BC-23F0-9A9E-37C7-9FBA6A184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B8D35-9DDA-491A-B686-31BAD9DF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5B24C-8635-C092-2C9C-AD962D5F6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7E712-6E38-6625-10E4-EAC151E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021A8-56C8-1207-F915-F671D72A3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78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3922-AAAB-9AE7-B732-C2659AD0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B687E-E108-989B-24E0-78F616BEE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8521E-B3DE-67F1-94F8-830B5C8A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BC1C4-9C93-1558-117F-D4DE08A9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6C8D4-F518-7982-DC27-71660FD9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790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7757C-25C1-73BF-6DEB-85456028D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F6902-5173-6D4C-8AD3-86AB4D24D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8F9CC-847E-55B3-9635-68B44F4E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26345-52FF-6C7D-90B0-134C4B9F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D0735-91EF-3506-7A56-0CB741E45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0296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65EB2C-239C-A4DA-C045-92F61ABA6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8C60A-BF63-7B07-8FFB-6182D66EB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9A56D-8678-D54B-AD29-C54B2E126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89341-48DE-45EB-BB25-FC357C8E998E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78348-358B-6885-3B94-5CD8AA5C1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678CF-A323-C162-2AE2-76DF840F0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73DC3-6C56-4214-B4EC-90BF078835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425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1BDA2E8-1C53-E6E0-57A1-ED632F49B1E0}"/>
              </a:ext>
            </a:extLst>
          </p:cNvPr>
          <p:cNvGrpSpPr/>
          <p:nvPr/>
        </p:nvGrpSpPr>
        <p:grpSpPr>
          <a:xfrm>
            <a:off x="5650529" y="3919483"/>
            <a:ext cx="525248" cy="706644"/>
            <a:chOff x="918521" y="5890795"/>
            <a:chExt cx="554084" cy="745439"/>
          </a:xfrm>
        </p:grpSpPr>
        <p:sp>
          <p:nvSpPr>
            <p:cNvPr id="9" name="Ellipse 57">
              <a:extLst>
                <a:ext uri="{FF2B5EF4-FFF2-40B4-BE49-F238E27FC236}">
                  <a16:creationId xmlns:a16="http://schemas.microsoft.com/office/drawing/2014/main" id="{87EBD7A9-F336-0423-B179-FB96FA5E6CC4}"/>
                </a:ext>
              </a:extLst>
            </p:cNvPr>
            <p:cNvSpPr/>
            <p:nvPr/>
          </p:nvSpPr>
          <p:spPr>
            <a:xfrm>
              <a:off x="1149732" y="6228799"/>
              <a:ext cx="95768" cy="10263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Ellipse 58">
              <a:extLst>
                <a:ext uri="{FF2B5EF4-FFF2-40B4-BE49-F238E27FC236}">
                  <a16:creationId xmlns:a16="http://schemas.microsoft.com/office/drawing/2014/main" id="{CA7F3995-0AB6-2F99-A556-063AC2C26D9D}"/>
                </a:ext>
              </a:extLst>
            </p:cNvPr>
            <p:cNvSpPr/>
            <p:nvPr/>
          </p:nvSpPr>
          <p:spPr>
            <a:xfrm>
              <a:off x="918521" y="5997533"/>
              <a:ext cx="554084" cy="5542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C8FF4E7-5394-D0AF-DEC2-5B2946DA44D3}"/>
                </a:ext>
              </a:extLst>
            </p:cNvPr>
            <p:cNvGrpSpPr/>
            <p:nvPr/>
          </p:nvGrpSpPr>
          <p:grpSpPr>
            <a:xfrm>
              <a:off x="959117" y="5890795"/>
              <a:ext cx="91418" cy="307898"/>
              <a:chOff x="2178777" y="1556792"/>
              <a:chExt cx="106078" cy="357188"/>
            </a:xfrm>
          </p:grpSpPr>
          <p:cxnSp>
            <p:nvCxnSpPr>
              <p:cNvPr id="15" name="Gerade Verbindung mit Pfeil 59">
                <a:extLst>
                  <a:ext uri="{FF2B5EF4-FFF2-40B4-BE49-F238E27FC236}">
                    <a16:creationId xmlns:a16="http://schemas.microsoft.com/office/drawing/2014/main" id="{3DDE88B9-FBCE-062A-62DA-42D00D0D7638}"/>
                  </a:ext>
                </a:extLst>
              </p:cNvPr>
              <p:cNvCxnSpPr/>
              <p:nvPr/>
            </p:nvCxnSpPr>
            <p:spPr>
              <a:xfrm rot="5400000" flipH="1" flipV="1">
                <a:off x="2054671" y="1734592"/>
                <a:ext cx="357188" cy="158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Ellipse 60">
                <a:extLst>
                  <a:ext uri="{FF2B5EF4-FFF2-40B4-BE49-F238E27FC236}">
                    <a16:creationId xmlns:a16="http://schemas.microsoft.com/office/drawing/2014/main" id="{5773BBE7-E5F2-200C-09FB-669CD7E30C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78777" y="1723391"/>
                <a:ext cx="106078" cy="10607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AE5115B-BD4E-4A1E-055C-B5F50DFC819C}"/>
                </a:ext>
              </a:extLst>
            </p:cNvPr>
            <p:cNvGrpSpPr/>
            <p:nvPr/>
          </p:nvGrpSpPr>
          <p:grpSpPr>
            <a:xfrm>
              <a:off x="1363957" y="6328336"/>
              <a:ext cx="91440" cy="307898"/>
              <a:chOff x="2642176" y="2021515"/>
              <a:chExt cx="106103" cy="357188"/>
            </a:xfrm>
          </p:grpSpPr>
          <p:cxnSp>
            <p:nvCxnSpPr>
              <p:cNvPr id="13" name="Gerade Verbindung mit Pfeil 63">
                <a:extLst>
                  <a:ext uri="{FF2B5EF4-FFF2-40B4-BE49-F238E27FC236}">
                    <a16:creationId xmlns:a16="http://schemas.microsoft.com/office/drawing/2014/main" id="{B89FCE08-8C07-E21A-6CE0-0C053C479EF6}"/>
                  </a:ext>
                </a:extLst>
              </p:cNvPr>
              <p:cNvCxnSpPr/>
              <p:nvPr/>
            </p:nvCxnSpPr>
            <p:spPr>
              <a:xfrm rot="5400000" flipH="1" flipV="1">
                <a:off x="2517428" y="2199315"/>
                <a:ext cx="357188" cy="158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arrow"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Ellipse 64">
                <a:extLst>
                  <a:ext uri="{FF2B5EF4-FFF2-40B4-BE49-F238E27FC236}">
                    <a16:creationId xmlns:a16="http://schemas.microsoft.com/office/drawing/2014/main" id="{308D5EE7-654D-7581-D99E-4B533D64814E}"/>
                  </a:ext>
                </a:extLst>
              </p:cNvPr>
              <p:cNvSpPr/>
              <p:nvPr/>
            </p:nvSpPr>
            <p:spPr>
              <a:xfrm>
                <a:off x="2642176" y="2098291"/>
                <a:ext cx="106103" cy="10607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7" name="Picture 24" descr="Logo_Blue-1">
            <a:extLst>
              <a:ext uri="{FF2B5EF4-FFF2-40B4-BE49-F238E27FC236}">
                <a16:creationId xmlns:a16="http://schemas.microsoft.com/office/drawing/2014/main" id="{691FE802-8FA8-1041-0F09-0AAABAF96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740" y="3937929"/>
            <a:ext cx="748337" cy="611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37" descr="A blue and white logo with white text&#10;&#10;AI-generated content may be incorrect.">
            <a:extLst>
              <a:ext uri="{FF2B5EF4-FFF2-40B4-BE49-F238E27FC236}">
                <a16:creationId xmlns:a16="http://schemas.microsoft.com/office/drawing/2014/main" id="{5E7E2D0F-045E-A7E5-8C47-0D3802410A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088" y="2587024"/>
            <a:ext cx="652321" cy="652321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6D5A1E1C-84E5-8F93-2874-6DE4EB21098A}"/>
              </a:ext>
            </a:extLst>
          </p:cNvPr>
          <p:cNvGrpSpPr/>
          <p:nvPr/>
        </p:nvGrpSpPr>
        <p:grpSpPr>
          <a:xfrm>
            <a:off x="5650529" y="2223155"/>
            <a:ext cx="525248" cy="706644"/>
            <a:chOff x="918521" y="5890795"/>
            <a:chExt cx="554084" cy="745439"/>
          </a:xfrm>
        </p:grpSpPr>
        <p:sp>
          <p:nvSpPr>
            <p:cNvPr id="40" name="Ellipse 57">
              <a:extLst>
                <a:ext uri="{FF2B5EF4-FFF2-40B4-BE49-F238E27FC236}">
                  <a16:creationId xmlns:a16="http://schemas.microsoft.com/office/drawing/2014/main" id="{DA16E26B-4817-215D-FAFA-D0947A581FD7}"/>
                </a:ext>
              </a:extLst>
            </p:cNvPr>
            <p:cNvSpPr/>
            <p:nvPr/>
          </p:nvSpPr>
          <p:spPr>
            <a:xfrm>
              <a:off x="1149732" y="6228799"/>
              <a:ext cx="95768" cy="10263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Ellipse 58">
              <a:extLst>
                <a:ext uri="{FF2B5EF4-FFF2-40B4-BE49-F238E27FC236}">
                  <a16:creationId xmlns:a16="http://schemas.microsoft.com/office/drawing/2014/main" id="{DC10EF1C-F339-19AF-13C9-C323816A821F}"/>
                </a:ext>
              </a:extLst>
            </p:cNvPr>
            <p:cNvSpPr/>
            <p:nvPr/>
          </p:nvSpPr>
          <p:spPr>
            <a:xfrm>
              <a:off x="918521" y="5997533"/>
              <a:ext cx="554084" cy="5542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F5917C9-9D2D-EE13-6401-A6E2F20416CF}"/>
                </a:ext>
              </a:extLst>
            </p:cNvPr>
            <p:cNvGrpSpPr/>
            <p:nvPr/>
          </p:nvGrpSpPr>
          <p:grpSpPr>
            <a:xfrm>
              <a:off x="959117" y="5890795"/>
              <a:ext cx="91418" cy="307898"/>
              <a:chOff x="2178777" y="1556792"/>
              <a:chExt cx="106078" cy="357188"/>
            </a:xfrm>
          </p:grpSpPr>
          <p:cxnSp>
            <p:nvCxnSpPr>
              <p:cNvPr id="46" name="Gerade Verbindung mit Pfeil 59">
                <a:extLst>
                  <a:ext uri="{FF2B5EF4-FFF2-40B4-BE49-F238E27FC236}">
                    <a16:creationId xmlns:a16="http://schemas.microsoft.com/office/drawing/2014/main" id="{3D1D9548-1806-FEB7-7087-36B40A2856F2}"/>
                  </a:ext>
                </a:extLst>
              </p:cNvPr>
              <p:cNvCxnSpPr/>
              <p:nvPr/>
            </p:nvCxnSpPr>
            <p:spPr>
              <a:xfrm rot="5400000" flipH="1" flipV="1">
                <a:off x="2054671" y="1734592"/>
                <a:ext cx="357188" cy="158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Ellipse 60">
                <a:extLst>
                  <a:ext uri="{FF2B5EF4-FFF2-40B4-BE49-F238E27FC236}">
                    <a16:creationId xmlns:a16="http://schemas.microsoft.com/office/drawing/2014/main" id="{5AE9C677-D9CE-316F-8293-F0DC2E2DDE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78777" y="1723391"/>
                <a:ext cx="106078" cy="10607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642F87C-7E68-2B5A-020E-084C28318394}"/>
                </a:ext>
              </a:extLst>
            </p:cNvPr>
            <p:cNvGrpSpPr/>
            <p:nvPr/>
          </p:nvGrpSpPr>
          <p:grpSpPr>
            <a:xfrm>
              <a:off x="1363957" y="6328336"/>
              <a:ext cx="91440" cy="307898"/>
              <a:chOff x="2642176" y="2021515"/>
              <a:chExt cx="106103" cy="357188"/>
            </a:xfrm>
          </p:grpSpPr>
          <p:cxnSp>
            <p:nvCxnSpPr>
              <p:cNvPr id="44" name="Gerade Verbindung mit Pfeil 63">
                <a:extLst>
                  <a:ext uri="{FF2B5EF4-FFF2-40B4-BE49-F238E27FC236}">
                    <a16:creationId xmlns:a16="http://schemas.microsoft.com/office/drawing/2014/main" id="{7B6A8B89-BBB2-AFD7-B9F5-36416EBA1C55}"/>
                  </a:ext>
                </a:extLst>
              </p:cNvPr>
              <p:cNvCxnSpPr/>
              <p:nvPr/>
            </p:nvCxnSpPr>
            <p:spPr>
              <a:xfrm rot="5400000" flipH="1" flipV="1">
                <a:off x="2517428" y="2199315"/>
                <a:ext cx="357188" cy="158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arrow"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Ellipse 64">
                <a:extLst>
                  <a:ext uri="{FF2B5EF4-FFF2-40B4-BE49-F238E27FC236}">
                    <a16:creationId xmlns:a16="http://schemas.microsoft.com/office/drawing/2014/main" id="{938EEF40-260B-976A-0EAC-CF595F6A4A00}"/>
                  </a:ext>
                </a:extLst>
              </p:cNvPr>
              <p:cNvSpPr/>
              <p:nvPr/>
            </p:nvSpPr>
            <p:spPr>
              <a:xfrm>
                <a:off x="2642176" y="2098291"/>
                <a:ext cx="106103" cy="10607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9" name="Arc 58">
            <a:extLst>
              <a:ext uri="{FF2B5EF4-FFF2-40B4-BE49-F238E27FC236}">
                <a16:creationId xmlns:a16="http://schemas.microsoft.com/office/drawing/2014/main" id="{9ADCC1A1-3F7E-647F-5D1A-0FC765114199}"/>
              </a:ext>
            </a:extLst>
          </p:cNvPr>
          <p:cNvSpPr/>
          <p:nvPr/>
        </p:nvSpPr>
        <p:spPr>
          <a:xfrm flipV="1">
            <a:off x="1441320" y="3877696"/>
            <a:ext cx="488295" cy="472483"/>
          </a:xfrm>
          <a:prstGeom prst="arc">
            <a:avLst>
              <a:gd name="adj1" fmla="val 11741289"/>
              <a:gd name="adj2" fmla="val 20552189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67D2A00-7300-730F-2785-269F79681981}"/>
              </a:ext>
            </a:extLst>
          </p:cNvPr>
          <p:cNvGrpSpPr/>
          <p:nvPr/>
        </p:nvGrpSpPr>
        <p:grpSpPr>
          <a:xfrm>
            <a:off x="1653890" y="3529584"/>
            <a:ext cx="856150" cy="1158179"/>
            <a:chOff x="1653890" y="3529584"/>
            <a:chExt cx="856150" cy="115817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57F893C-A192-5387-3472-CEFEF53234CB}"/>
                </a:ext>
              </a:extLst>
            </p:cNvPr>
            <p:cNvGrpSpPr/>
            <p:nvPr/>
          </p:nvGrpSpPr>
          <p:grpSpPr>
            <a:xfrm>
              <a:off x="1653890" y="3529584"/>
              <a:ext cx="856150" cy="592900"/>
              <a:chOff x="1653890" y="3529584"/>
              <a:chExt cx="856150" cy="592900"/>
            </a:xfrm>
          </p:grpSpPr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23350E1B-7DFB-B772-A80D-E1DB0AE23729}"/>
                  </a:ext>
                </a:extLst>
              </p:cNvPr>
              <p:cNvSpPr/>
              <p:nvPr/>
            </p:nvSpPr>
            <p:spPr>
              <a:xfrm rot="5400000">
                <a:off x="1686792" y="3569889"/>
                <a:ext cx="568903" cy="488294"/>
              </a:xfrm>
              <a:prstGeom prst="arc">
                <a:avLst>
                  <a:gd name="adj1" fmla="val 18035331"/>
                  <a:gd name="adj2" fmla="val 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FB1BAAF4-53E3-3BFF-8BF5-2BB910590BB8}"/>
                  </a:ext>
                </a:extLst>
              </p:cNvPr>
              <p:cNvSpPr/>
              <p:nvPr/>
            </p:nvSpPr>
            <p:spPr>
              <a:xfrm rot="5400000" flipH="1" flipV="1">
                <a:off x="2135402" y="3912901"/>
                <a:ext cx="254574" cy="164592"/>
              </a:xfrm>
              <a:prstGeom prst="arc">
                <a:avLst>
                  <a:gd name="adj1" fmla="val 18035331"/>
                  <a:gd name="adj2" fmla="val 207165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0C1C906-A538-2603-3BB0-2C36197A6B99}"/>
                  </a:ext>
                </a:extLst>
              </p:cNvPr>
              <p:cNvCxnSpPr>
                <a:cxnSpLocks/>
                <a:stCxn id="51" idx="2"/>
              </p:cNvCxnSpPr>
              <p:nvPr/>
            </p:nvCxnSpPr>
            <p:spPr>
              <a:xfrm flipV="1">
                <a:off x="2270336" y="3867910"/>
                <a:ext cx="239704" cy="5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9FAC13E-AFAB-C4EC-0242-F9E816DC7B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3890" y="4097661"/>
                <a:ext cx="32754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64397E3-6551-5737-0906-C137BC8DE5E9}"/>
                </a:ext>
              </a:extLst>
            </p:cNvPr>
            <p:cNvGrpSpPr/>
            <p:nvPr/>
          </p:nvGrpSpPr>
          <p:grpSpPr>
            <a:xfrm flipV="1">
              <a:off x="1653890" y="4094863"/>
              <a:ext cx="856150" cy="592900"/>
              <a:chOff x="1653890" y="3529584"/>
              <a:chExt cx="856150" cy="592900"/>
            </a:xfrm>
          </p:grpSpPr>
          <p:sp>
            <p:nvSpPr>
              <p:cNvPr id="62" name="Arc 61">
                <a:extLst>
                  <a:ext uri="{FF2B5EF4-FFF2-40B4-BE49-F238E27FC236}">
                    <a16:creationId xmlns:a16="http://schemas.microsoft.com/office/drawing/2014/main" id="{B1D06478-93BD-65AA-59E5-D43939019EBA}"/>
                  </a:ext>
                </a:extLst>
              </p:cNvPr>
              <p:cNvSpPr/>
              <p:nvPr/>
            </p:nvSpPr>
            <p:spPr>
              <a:xfrm rot="5400000">
                <a:off x="1686792" y="3569889"/>
                <a:ext cx="568903" cy="488294"/>
              </a:xfrm>
              <a:prstGeom prst="arc">
                <a:avLst>
                  <a:gd name="adj1" fmla="val 18035331"/>
                  <a:gd name="adj2" fmla="val 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63" name="Arc 62">
                <a:extLst>
                  <a:ext uri="{FF2B5EF4-FFF2-40B4-BE49-F238E27FC236}">
                    <a16:creationId xmlns:a16="http://schemas.microsoft.com/office/drawing/2014/main" id="{E09F7FF9-F65A-37FF-BCE7-E541D9630A12}"/>
                  </a:ext>
                </a:extLst>
              </p:cNvPr>
              <p:cNvSpPr/>
              <p:nvPr/>
            </p:nvSpPr>
            <p:spPr>
              <a:xfrm rot="5400000" flipH="1" flipV="1">
                <a:off x="2135402" y="3912901"/>
                <a:ext cx="254574" cy="164592"/>
              </a:xfrm>
              <a:prstGeom prst="arc">
                <a:avLst>
                  <a:gd name="adj1" fmla="val 18035331"/>
                  <a:gd name="adj2" fmla="val 207165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7B9EF5F-ED72-BE9D-E43C-886C9D0AA815}"/>
                  </a:ext>
                </a:extLst>
              </p:cNvPr>
              <p:cNvCxnSpPr>
                <a:cxnSpLocks/>
                <a:stCxn id="63" idx="2"/>
              </p:cNvCxnSpPr>
              <p:nvPr/>
            </p:nvCxnSpPr>
            <p:spPr>
              <a:xfrm flipV="1">
                <a:off x="2270336" y="3867910"/>
                <a:ext cx="239704" cy="5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FACDC2BB-A4A2-67EA-0741-B186DB8284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3890" y="4097661"/>
                <a:ext cx="32754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FAFAA80-01AC-9C99-EA75-1980004FDA58}"/>
              </a:ext>
            </a:extLst>
          </p:cNvPr>
          <p:cNvGrpSpPr/>
          <p:nvPr/>
        </p:nvGrpSpPr>
        <p:grpSpPr>
          <a:xfrm flipH="1">
            <a:off x="800275" y="3529584"/>
            <a:ext cx="856150" cy="1158179"/>
            <a:chOff x="1653890" y="3529584"/>
            <a:chExt cx="856150" cy="1158179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9C0F7A7-ED01-48F5-06C0-AF0C21BC3EAB}"/>
                </a:ext>
              </a:extLst>
            </p:cNvPr>
            <p:cNvGrpSpPr/>
            <p:nvPr/>
          </p:nvGrpSpPr>
          <p:grpSpPr>
            <a:xfrm>
              <a:off x="1653890" y="3529584"/>
              <a:ext cx="856150" cy="592900"/>
              <a:chOff x="1653890" y="3529584"/>
              <a:chExt cx="856150" cy="592900"/>
            </a:xfrm>
          </p:grpSpPr>
          <p:sp>
            <p:nvSpPr>
              <p:cNvPr id="74" name="Arc 73">
                <a:extLst>
                  <a:ext uri="{FF2B5EF4-FFF2-40B4-BE49-F238E27FC236}">
                    <a16:creationId xmlns:a16="http://schemas.microsoft.com/office/drawing/2014/main" id="{7C726699-52E5-E9DC-3A0B-2C6DE6314E46}"/>
                  </a:ext>
                </a:extLst>
              </p:cNvPr>
              <p:cNvSpPr/>
              <p:nvPr/>
            </p:nvSpPr>
            <p:spPr>
              <a:xfrm rot="5400000">
                <a:off x="1686792" y="3569889"/>
                <a:ext cx="568903" cy="488294"/>
              </a:xfrm>
              <a:prstGeom prst="arc">
                <a:avLst>
                  <a:gd name="adj1" fmla="val 18035331"/>
                  <a:gd name="adj2" fmla="val 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80A60F78-FB1A-762C-EE4A-DBB9B034E564}"/>
                  </a:ext>
                </a:extLst>
              </p:cNvPr>
              <p:cNvSpPr/>
              <p:nvPr/>
            </p:nvSpPr>
            <p:spPr>
              <a:xfrm rot="5400000" flipH="1" flipV="1">
                <a:off x="2135402" y="3912901"/>
                <a:ext cx="254574" cy="164592"/>
              </a:xfrm>
              <a:prstGeom prst="arc">
                <a:avLst>
                  <a:gd name="adj1" fmla="val 18035331"/>
                  <a:gd name="adj2" fmla="val 207165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714D82D-257E-9223-7AD5-C7727394F8A2}"/>
                  </a:ext>
                </a:extLst>
              </p:cNvPr>
              <p:cNvCxnSpPr>
                <a:cxnSpLocks/>
                <a:stCxn id="75" idx="2"/>
              </p:cNvCxnSpPr>
              <p:nvPr/>
            </p:nvCxnSpPr>
            <p:spPr>
              <a:xfrm flipV="1">
                <a:off x="2270336" y="3867910"/>
                <a:ext cx="239704" cy="5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7EFF770-7CE0-0D88-A0EC-07DD32A4F3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3890" y="4097661"/>
                <a:ext cx="32754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D009CB5-06CE-7D51-0014-0335A1AA987D}"/>
                </a:ext>
              </a:extLst>
            </p:cNvPr>
            <p:cNvGrpSpPr/>
            <p:nvPr/>
          </p:nvGrpSpPr>
          <p:grpSpPr>
            <a:xfrm flipV="1">
              <a:off x="1653890" y="4094863"/>
              <a:ext cx="856150" cy="592900"/>
              <a:chOff x="1653890" y="3529584"/>
              <a:chExt cx="856150" cy="592900"/>
            </a:xfrm>
          </p:grpSpPr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57DDC8FC-1AEF-58AC-E8B1-2A65D02A0243}"/>
                  </a:ext>
                </a:extLst>
              </p:cNvPr>
              <p:cNvSpPr/>
              <p:nvPr/>
            </p:nvSpPr>
            <p:spPr>
              <a:xfrm rot="5400000">
                <a:off x="1686792" y="3569889"/>
                <a:ext cx="568903" cy="488294"/>
              </a:xfrm>
              <a:prstGeom prst="arc">
                <a:avLst>
                  <a:gd name="adj1" fmla="val 18035331"/>
                  <a:gd name="adj2" fmla="val 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71" name="Arc 70">
                <a:extLst>
                  <a:ext uri="{FF2B5EF4-FFF2-40B4-BE49-F238E27FC236}">
                    <a16:creationId xmlns:a16="http://schemas.microsoft.com/office/drawing/2014/main" id="{0A4A3A90-107A-94E2-5926-895CACCEDAC9}"/>
                  </a:ext>
                </a:extLst>
              </p:cNvPr>
              <p:cNvSpPr/>
              <p:nvPr/>
            </p:nvSpPr>
            <p:spPr>
              <a:xfrm rot="5400000" flipH="1" flipV="1">
                <a:off x="2135402" y="3912901"/>
                <a:ext cx="254574" cy="164592"/>
              </a:xfrm>
              <a:prstGeom prst="arc">
                <a:avLst>
                  <a:gd name="adj1" fmla="val 18035331"/>
                  <a:gd name="adj2" fmla="val 207165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47A14154-4F4C-6441-94B5-A1CC6017393B}"/>
                  </a:ext>
                </a:extLst>
              </p:cNvPr>
              <p:cNvCxnSpPr>
                <a:cxnSpLocks/>
                <a:stCxn id="71" idx="2"/>
              </p:cNvCxnSpPr>
              <p:nvPr/>
            </p:nvCxnSpPr>
            <p:spPr>
              <a:xfrm flipV="1">
                <a:off x="2270336" y="3867910"/>
                <a:ext cx="239704" cy="5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17D00371-8E02-237C-3D23-0490DD3516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3890" y="4097661"/>
                <a:ext cx="32754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9BD1584-00A3-EC72-71CC-7B9DFF49187D}"/>
              </a:ext>
            </a:extLst>
          </p:cNvPr>
          <p:cNvCxnSpPr/>
          <p:nvPr/>
        </p:nvCxnSpPr>
        <p:spPr>
          <a:xfrm>
            <a:off x="869951" y="3937929"/>
            <a:ext cx="0" cy="3470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14CEA01-8D62-D1C9-2D7A-54FDC8536DF0}"/>
              </a:ext>
            </a:extLst>
          </p:cNvPr>
          <p:cNvCxnSpPr/>
          <p:nvPr/>
        </p:nvCxnSpPr>
        <p:spPr>
          <a:xfrm>
            <a:off x="926978" y="3937929"/>
            <a:ext cx="0" cy="3470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9CD7731-6D82-A88D-5255-ACEDA930A160}"/>
              </a:ext>
            </a:extLst>
          </p:cNvPr>
          <p:cNvCxnSpPr/>
          <p:nvPr/>
        </p:nvCxnSpPr>
        <p:spPr>
          <a:xfrm>
            <a:off x="985827" y="3937929"/>
            <a:ext cx="0" cy="3470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F7CFCD7-045E-4A65-E936-1861A1E3E5AF}"/>
              </a:ext>
            </a:extLst>
          </p:cNvPr>
          <p:cNvCxnSpPr/>
          <p:nvPr/>
        </p:nvCxnSpPr>
        <p:spPr>
          <a:xfrm>
            <a:off x="2318970" y="3937929"/>
            <a:ext cx="0" cy="3470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1D66CB0-01E7-2ACF-15DB-8AAA317CECD7}"/>
              </a:ext>
            </a:extLst>
          </p:cNvPr>
          <p:cNvCxnSpPr/>
          <p:nvPr/>
        </p:nvCxnSpPr>
        <p:spPr>
          <a:xfrm>
            <a:off x="2375997" y="3937929"/>
            <a:ext cx="0" cy="3470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F9F2FFA-36CE-D190-4BCB-6C584F7F8E26}"/>
              </a:ext>
            </a:extLst>
          </p:cNvPr>
          <p:cNvCxnSpPr/>
          <p:nvPr/>
        </p:nvCxnSpPr>
        <p:spPr>
          <a:xfrm>
            <a:off x="2434846" y="3937929"/>
            <a:ext cx="0" cy="3470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5F016F87-8132-CBC6-DB77-3002BA71D23B}"/>
              </a:ext>
            </a:extLst>
          </p:cNvPr>
          <p:cNvSpPr/>
          <p:nvPr/>
        </p:nvSpPr>
        <p:spPr>
          <a:xfrm>
            <a:off x="1410308" y="3919483"/>
            <a:ext cx="82345" cy="883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B1B0401-2FEB-94A7-66F9-8038395078A3}"/>
              </a:ext>
            </a:extLst>
          </p:cNvPr>
          <p:cNvSpPr/>
          <p:nvPr/>
        </p:nvSpPr>
        <p:spPr>
          <a:xfrm>
            <a:off x="1868019" y="3919663"/>
            <a:ext cx="82345" cy="883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764DC7D-3469-213B-3BB6-DEFFE4DDBDAC}"/>
              </a:ext>
            </a:extLst>
          </p:cNvPr>
          <p:cNvSpPr txBox="1"/>
          <p:nvPr/>
        </p:nvSpPr>
        <p:spPr>
          <a:xfrm>
            <a:off x="985827" y="4432565"/>
            <a:ext cx="1406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IAMS Yb Lab</a:t>
            </a:r>
          </a:p>
          <a:p>
            <a:pPr algn="ctr"/>
            <a:r>
              <a:rPr lang="en-AU" dirty="0"/>
              <a:t>Taiwan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A3E7981-DC3C-2150-42C5-65CAEE647821}"/>
              </a:ext>
            </a:extLst>
          </p:cNvPr>
          <p:cNvSpPr txBox="1"/>
          <p:nvPr/>
        </p:nvSpPr>
        <p:spPr>
          <a:xfrm>
            <a:off x="5256997" y="4634796"/>
            <a:ext cx="1406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IAMS Yb Lab</a:t>
            </a:r>
          </a:p>
          <a:p>
            <a:pPr algn="ctr"/>
            <a:r>
              <a:rPr lang="en-AU" dirty="0"/>
              <a:t>Taiwan</a:t>
            </a:r>
          </a:p>
        </p:txBody>
      </p:sp>
    </p:spTree>
    <p:extLst>
      <p:ext uri="{BB962C8B-B14F-4D97-AF65-F5344CB8AC3E}">
        <p14:creationId xmlns:p14="http://schemas.microsoft.com/office/powerpoint/2010/main" val="3669024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陳俊嘉</dc:creator>
  <cp:lastModifiedBy>陳俊嘉</cp:lastModifiedBy>
  <cp:revision>1</cp:revision>
  <dcterms:created xsi:type="dcterms:W3CDTF">2025-10-21T06:12:43Z</dcterms:created>
  <dcterms:modified xsi:type="dcterms:W3CDTF">2025-10-21T06:38:25Z</dcterms:modified>
</cp:coreProperties>
</file>